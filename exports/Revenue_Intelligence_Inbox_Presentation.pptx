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VOLOPAY THINKING CHALLENGE | EXECUTIVE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SpendNest Revenue Intelligence Studio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F5F3FF"/>
          </a:solidFill>
          <a:ln w="1524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800"/>
              </a:spcAft>
              <a:defRPr sz="1300" b="1">
                <a:solidFill>
                  <a:srgbClr val="0F172A"/>
                </a:solidFill>
              </a:defRPr>
            </a:pPr>
            <a:r>
              <a:t>1. Purpose &amp; Strategic Problem Statement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• Challenge Context: Sales managers review unstructured telephony logs and calendar meetings across disconnected systems with zero source evidence verification.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• SpendNest Solution: Built by Nandhini R as a resilient single-page intelligence workspace consolidating 44 unique records across 30 calls and 14 meetings.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• Automated Triage: Routes conversations into 5 actionable queues: Deal Next Steps, Customer Follow-up, Sales Coaching, Internal/Vendor, and Human Review.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• Grounded Truth: Distinguishes raw system classifications from human-verified transcript evidence with verbatim turn-level citations.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800"/>
              </a:spcAft>
              <a:defRPr sz="1300" b="1">
                <a:solidFill>
                  <a:srgbClr val="0F172A"/>
                </a:solidFill>
              </a:defRPr>
            </a:pPr>
            <a:r>
              <a:t>2. Candidate Profile &amp; Evaluation Baseline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• Candidate: Nandhini R (nandhinirameshn66@gmail.com).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• Evaluation Date Scope: 21 August 2026 (Asia/Kolkata).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• Live GitHub Pages: https://nandhini-rsk.github.io/Volopay_Assignment/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• GitHub Source Repo: https://github.com/nandhini-rsk/Volopay_Assignment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• Zero External Dependencies: Runs 100% offline via native browser storage and deterministic JavaScript engine.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• Data Integrity: Verified adherence to DATA_CONTRACT.md replay rules and manifest verification.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SLIDE 2 OF 5 | MATHEMATICAL &amp; ARCHITECTURAL BASELINE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Architecture, Metric Denominators &amp; Role Separation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291840" cy="4754880"/>
          </a:xfrm>
          <a:prstGeom prst="roundRect">
            <a:avLst/>
          </a:prstGeom>
          <a:solidFill>
            <a:srgbClr val="F5F3FF"/>
          </a:solidFill>
          <a:ln w="1524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800"/>
              </a:spcAft>
              <a:defRPr sz="1300" b="1">
                <a:solidFill>
                  <a:srgbClr val="0F172A"/>
                </a:solidFill>
              </a:defRPr>
            </a:pPr>
            <a:r>
              <a:t>1. Transcript Coverage (40.9%)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• Denominator Definition: Total Usable Texts (18) divided by Total Unique Records (44).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• Pre-Update Coverage: 17 / 44 (38.6%) because M07 transcript is withheld in batch 1.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• Post-Update Coverage: 18 / 44 (40.9%) after M07 Revision 2 arrives with 27 turns.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• Call Coverage: 10 of 30 calls (33.3%).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• Meeting Coverage: 8 of 14 meetings (57.1%).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• Mathematical Rigor: Silent dials without text are preserved in denominators to prevent artificial inflation.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463040"/>
            <a:ext cx="329184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800"/>
              </a:spcAft>
              <a:defRPr sz="1300" b="1">
                <a:solidFill>
                  <a:srgbClr val="0F172A"/>
                </a:solidFill>
              </a:defRPr>
            </a:pPr>
            <a:r>
              <a:t>2. Call Connection Rate (36.7%)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• Denominator Definition: Calls with is_connected=true (11) divided by total non-null calls (30).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• Upstream vs Evidence: Upstream logs classify 11 calls as connected.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• Substantive Discussions: Only 8 calls resulted in two-way human dialogue (26.7%).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• Actionable Insight: Exposes the gap between telephony carrier connections and true sales conversations.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800"/>
              </a:spcAft>
              <a:defRPr sz="1300" b="1">
                <a:solidFill>
                  <a:srgbClr val="0F172A"/>
                </a:solidFill>
              </a:defRPr>
            </a:pPr>
            <a:r>
              <a:t>3. Rep vs. Organizer Separation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• Call SDRs (5 Verified Reps): Arun (15 calls), Leela (8 calls), Meera (5 calls), Kiran (1 call), Dev (1 call).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• Meeting Organizers (10 Coordinators): Calendar organizers (team06–team14, arun@example.com) are administrative coordinators, NOT confirmed sales reps or attendees.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• Architectural Safeguard: Segregated in UI to prevent misattributing sales quotas to calendar schedulers.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SLIDE 3 OF 5 | GROUNDED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Three Evidence-Backed Findings from Source Transcripts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29184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800"/>
              </a:spcAft>
              <a:defRPr sz="1300" b="1">
                <a:solidFill>
                  <a:srgbClr val="0F172A"/>
                </a:solidFill>
              </a:defRPr>
            </a:pPr>
            <a:r>
              <a:t>Finding 1: Vendor Misclassification (M02)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• Observation: Calendar title 'LedgerBridge / SpendNest discussion' superficially looks like an outbound customer deal.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• Verbatim Evidence: M02 Turn 1-2 ('electronic invoicing supplier integration') and Turn 30 ('commercial relationship is between SpendNest and LedgerBridge').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• Product Impact: LedgerBridge is a vendor/supplier, not a customer. Routed to 'Internal / Vendor' to eliminate phantom pipeline inflation.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463040"/>
            <a:ext cx="3291840" cy="4754880"/>
          </a:xfrm>
          <a:prstGeom prst="roundRect">
            <a:avLst/>
          </a:prstGeom>
          <a:solidFill>
            <a:srgbClr val="F5F3FF"/>
          </a:solidFill>
          <a:ln w="1524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800"/>
              </a:spcAft>
              <a:defRPr sz="1300" b="1">
                <a:solidFill>
                  <a:srgbClr val="0F172A"/>
                </a:solidFill>
              </a:defRPr>
            </a:pPr>
            <a:r>
              <a:t>Finding 2: Rep Identity &amp; Boundaries (C06, C09, C10)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• Observation: Severe discrepancy between telephony payload and actual spoken conversation.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• Verbatim Evidence: C06 metadata logs rep as 'Meera', but audio reveals speaker introducing as 'Ravi here'. In C09, contact Vedant forbids using his name. In C10, contact Aniket prohibits follow-up calls.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• Product Impact: Added caller discrepancy warnings and boundary compliance tags to protect brand trust.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800"/>
              </a:spcAft>
              <a:defRPr sz="1300" b="1">
                <a:solidFill>
                  <a:srgbClr val="0F172A"/>
                </a:solidFill>
              </a:defRPr>
            </a:pPr>
            <a:r>
              <a:t>Finding 3: Deceptive UI Bugs (M07 Rev 2)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• Observation: Customer A demonstrates 4 software bugs during screen-share review.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• Verbatim Evidence: Turn 15 ('workaround does not mean direct upload is resolved') and Turn 21-24 (payment amount persistence carries over INR 18,200).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• Product Impact: Added 'Product Defect Alert' badge in Customer Follow-up, escalating tickets directly to engineering.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SLIDE 4 OF 5 | PRODUCT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Deliberately Rejected Decision &amp; Key Operational Trade-Offs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F5F3FF"/>
          </a:solidFill>
          <a:ln w="1524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800"/>
              </a:spcAft>
              <a:defRPr sz="1300" b="1">
                <a:solidFill>
                  <a:srgbClr val="0F172A"/>
                </a:solidFill>
              </a:defRPr>
            </a:pPr>
            <a:r>
              <a:t>1. Decision Considered &amp; Rejected: Synthetic Pipeline Totals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• The Proposal Considered: Using NLP/regex parsing to extract currency numbers from transcripts (e.g., INR 10-13 Lakh in M03, USD 65,000 spend in M01) and display automated pipeline totals.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• Why Rejected: DATA_CONTRACT.md explicitly warns that no CRM opportunity table or deal stage history is supplied. Extrapolating dollar figures creates deceptive, ungrounded financial figures.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• Accepted Trade-Off: Surfaced qualitative customer budget bands as context and empowered managers with manual routing overrides rather than publishing phantom numbers.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800"/>
              </a:spcAft>
              <a:defRPr sz="1300" b="1">
                <a:solidFill>
                  <a:srgbClr val="0F172A"/>
                </a:solidFill>
              </a:defRPr>
            </a:pPr>
            <a:r>
              <a:t>2. Operational Trade-Off: Vendor vs Sales Taxonomy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• The Conflict: Automated CRM ingestion algorithms attempt to force every conversation into a pipeline stage (Lead, Opportunity, Won).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• The Choice Made: Established dedicated 'Internal / Vendor' and 'Sales Coaching' queues.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• Why It Matters: Prevents polluting executive pipeline summaries with technology evaluations (LedgerBridge M02) or internal operations training (M10).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• Manager Benefit: Reduces executive review fatigue and focuses attention where revenue is actually at stake.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SLIDE 5 OF 5 | QUALITY ASSURANCE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Contract Verification, Architecture &amp;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291840" cy="4754880"/>
          </a:xfrm>
          <a:prstGeom prst="roundRect">
            <a:avLst/>
          </a:prstGeom>
          <a:solidFill>
            <a:srgbClr val="F5F3FF"/>
          </a:solidFill>
          <a:ln w="1524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800"/>
              </a:spcAft>
              <a:defRPr sz="1300" b="1">
                <a:solidFill>
                  <a:srgbClr val="0F172A"/>
                </a:solidFill>
              </a:defRPr>
            </a:pPr>
            <a:r>
              <a:t>1. 6-Step Replay Verification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• Step 1: 44 unique records loaded; 17 usable texts.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• Step 2: Shuffled replay preserves exactly 44 records (zero duplicate inflation).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• Step 3: M07 route manually overridden to Customer Follow-up.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• Step 4: Rev 2 applies to M07 (turns jump from 0 to 27, usable texts to 18; manual route preserved).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• Step 5: Stale Rev 1 rejected (rev 1 &lt;= rev 2).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• Step 6: State verified across localStorage reload.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463040"/>
            <a:ext cx="329184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800"/>
              </a:spcAft>
              <a:defRPr sz="1300" b="1">
                <a:solidFill>
                  <a:srgbClr val="0F172A"/>
                </a:solidFill>
              </a:defRPr>
            </a:pPr>
            <a:r>
              <a:t>2. Technical Architecture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• Modern Front-End: Pure vanilla ES6+ JavaScript, CSS3 variables, and HTML5 with responsive sidebar layout.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• Zero Server Dependency: Client-side JSON parsing, regex search, and dynamic DOM rendering.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• In-Browser ZIP Packaging: Client-side ZIP and manifest generation via JSZip.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• Author: Nandhini R (nandhinirameshn66@gmail.com).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800"/>
              </a:spcAft>
              <a:defRPr sz="1300" b="1">
                <a:solidFill>
                  <a:srgbClr val="0F172A"/>
                </a:solidFill>
              </a:defRPr>
            </a:pPr>
            <a:r>
              <a:t>3. Limitations &amp; Roadmap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• Temporal Scope: Single-day snapshot (21 Aug 2026); future versions require historical trend pipelines.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• Audio Waveforms Withheld: Telephony audio unavailable; rep vocal tonality cannot be assessed.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• Next Steps: Webhook integrations with Twilio/Zoom, automated Jira ticket creation for M07 defects, and bi-directional CRM syncing.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